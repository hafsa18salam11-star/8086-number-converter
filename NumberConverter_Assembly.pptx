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42A5F5">
              <a:alpha val="3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560320" cy="2560320"/>
          </a:xfrm>
          <a:prstGeom prst="ellipse">
            <a:avLst/>
          </a:prstGeom>
          <a:solidFill>
            <a:srgbClr val="B39DDB">
              <a:alpha val="4000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2-Digit Number Converter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8086 Assembly Language Project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4572000" cy="457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Sir Khakoo Mal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34290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Marzia  •  Isha  •  Rashid  •  Bushra  •  Arooba  •  Zainab  •  Muskan  •  Rabia  •  Hafsa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8086 Assembly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program do?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Description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8086 Assembly program allows a user 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Enter a 2-digit decimal number (00–99)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a conversion type from a menu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View the result in the chosen format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Choose to convert another number or exit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61872"/>
            <a:ext cx="4160520" cy="155448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Modes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71907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→  Binary (8-bit)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→  Hexadecimal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→  Octal (3-digit)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→  Exit program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4160520" cy="1764792"/>
          </a:xfrm>
          <a:prstGeom prst="rect">
            <a:avLst/>
          </a:prstGeom>
          <a:solidFill>
            <a:srgbClr val="F3E5F5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035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429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Menu → Convert → Display → Repeat?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This 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519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39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68680"/>
            <a:ext cx="64008" cy="12344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41832"/>
            <a:ext cx="3995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280160"/>
            <a:ext cx="39959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core 8086 concepts: registers, interrupts, arithmetic, loops, and bit manipulation in a single program.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258568"/>
            <a:ext cx="42519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39D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258568"/>
            <a:ext cx="64008" cy="12344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331720"/>
            <a:ext cx="3995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Conversions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2670048"/>
            <a:ext cx="39959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binary, hex, and octal in one tool — a practical multi-purpose converter.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3648456"/>
            <a:ext cx="42519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39D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3648456"/>
            <a:ext cx="64008" cy="12344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3721608"/>
            <a:ext cx="3995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Menu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" y="4059936"/>
            <a:ext cx="39959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CLI menu with input validation and re-try capability.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868680"/>
            <a:ext cx="42519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39D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868680"/>
            <a:ext cx="64008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941832"/>
            <a:ext cx="3995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Efficiency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1280160"/>
            <a:ext cx="39959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hardware interaction via DOS INT 21h — no OS overhead, fast execution.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258568"/>
            <a:ext cx="42519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39D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258568"/>
            <a:ext cx="64008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331720"/>
            <a:ext cx="3995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Awareness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2670048"/>
            <a:ext cx="39959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purposeful register usage (BH, AL, AH, CL, DH) that mirrors real embedded programming.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648456"/>
            <a:ext cx="42519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39D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648456"/>
            <a:ext cx="64008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721608"/>
            <a:ext cx="3995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Subroutine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28032" y="4059936"/>
            <a:ext cx="39959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print_nibble proc is reusable — demonstrates the value of modular code even in Assembly.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Segment &amp; Program Setup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389120" cy="3931920"/>
          </a:xfrm>
          <a:prstGeom prst="rect">
            <a:avLst/>
          </a:prstGeom>
          <a:solidFill>
            <a:srgbClr val="1E1B33"/>
          </a:solidFill>
          <a:ln w="19050">
            <a:solidFill>
              <a:srgbClr val="B39D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msg_input   db 0dh,0ah,'enter a 2-digit number (00-99): $'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msg_menu    db 0dh,0ah,'1=binary 2=hex 3=octal 0=exit: $'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msg_invalid db 0dh,0ah,'invalid! try again: $'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msg_exit    db 0dh,0ah,'goodbye!$'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msg_binary  db 0dh,0ah,'binary: $'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msg_hex     db 0dh,0ah,'hex: $'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msg_octal   db 0dh,0ah,'octal: $'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msg_again   db 0dh,0ah,'try another number? (y/n): $'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proc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ax, @data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ds, ax     ; initialize data segment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4023360" cy="3931920"/>
          </a:xfrm>
          <a:prstGeom prst="rect">
            <a:avLst/>
          </a:prstGeom>
          <a:solidFill>
            <a:srgbClr val="E3F2FD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41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Register Explanation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252728"/>
            <a:ext cx="384048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msg_* strings: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messages end with '$' — the terminator for DOS INT 21h/09h print service.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0dh,0ah = CR+LF for new lines.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/ DS registers: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is loaded with the @data segment address. DS (Data Segment) is set from AX so string references (LEA DX) resolve correctly.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small: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code+data to one 64KB segment each — ideal for small DOS programs.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Handling — Reading 2-Digit Number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389120" cy="3931920"/>
          </a:xfrm>
          <a:prstGeom prst="rect">
            <a:avLst/>
          </a:prstGeom>
          <a:solidFill>
            <a:srgbClr val="1E1B33"/>
          </a:solidFill>
          <a:ln w="19050">
            <a:solidFill>
              <a:srgbClr val="B39D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main_loop: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  dx, msg_input  ; load message address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09         ; INT 21h: print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; Read tens digit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01h        ; INT 21h: read char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            ; AL = ASCII char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  al, '0'        ; convert ASCII -&gt; digit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bl, 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mul  bl             ; AX = tens * 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bh, al         ; BH = tens * 10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; Read units digit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01h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            ; AL = ASCII char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  al, '0'        ; convert to digit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 bh, al         ; BH = full 2-digit number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4023360" cy="3931920"/>
          </a:xfrm>
          <a:prstGeom prst="rect">
            <a:avLst/>
          </a:prstGeom>
          <a:solidFill>
            <a:srgbClr val="E3F2FD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41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Register Explanation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252728"/>
            <a:ext cx="384048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 DX: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effective address of the message into DX for the print interrupt.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21h / AH=01h: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keyboard read — result stored in AL as ASCII.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'0' converts ASCII ('3'=0x33) to numeric 3.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 BL: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AL by BL=10; result in AX. Tens digit is scaled.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 Register: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final 2-digit value (0–99). BH persists throughout menu and conversion routines.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Display &amp; Choice Dispatch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389120" cy="3931920"/>
          </a:xfrm>
          <a:prstGeom prst="rect">
            <a:avLst/>
          </a:prstGeom>
          <a:solidFill>
            <a:srgbClr val="1E1B33"/>
          </a:solidFill>
          <a:ln w="19050">
            <a:solidFill>
              <a:srgbClr val="B39D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show_menu: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  dx, msg_menu   ; load menu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            ; print menu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01h        ; read user choice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cl, al         ; save choice in CL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cmp  cl, '0'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je   do_exit        ; 0 → exit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cmp  cl, '1'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je   do_binary      ; 1 → binary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cmp  cl, '2'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je   do_hex         ; 2 → hex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cmp  cl, '3'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je   do_octal       ; 3 → octal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  dx, msg_invalid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jmp  show_menu      ; invalid → retry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4023360" cy="3931920"/>
          </a:xfrm>
          <a:prstGeom prst="rect">
            <a:avLst/>
          </a:prstGeom>
          <a:solidFill>
            <a:srgbClr val="E3F2FD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41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Register Explanation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252728"/>
            <a:ext cx="384048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Register: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user's menu choice ('0'–'3'). Kept separate from AL to avoid clobbering during comparisons.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 + JE Instructions: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CL to each option ASCII code. JE jumps on equal — acts as an if-else chain.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JMP show_menu: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loops back to re-display the menu without re-prompting for a new number.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21h / AH=09h: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'$'-terminated string whose address is in DX.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Conversion Routine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389120" cy="3931920"/>
          </a:xfrm>
          <a:prstGeom prst="rect">
            <a:avLst/>
          </a:prstGeom>
          <a:solidFill>
            <a:srgbClr val="1E1B33"/>
          </a:solidFill>
          <a:ln w="19050">
            <a:solidFill>
              <a:srgbClr val="B39D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do_binary: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  dx, msg_binary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            ; print "binary: 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al, bh         ; AL = number to convert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dh, 8          ; DH = bit counter (8 bits)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bin_loop: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  al, 1          ; rotate left: MSB→CF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pushf               ; save flags (CF)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dl, '0'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jnc  b_zero         ; if CF=0, digit is '0'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dl, '1'        ; else digit is '1'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b_zero: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push ax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02         ; INT 21h: print char in DL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pop  ax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popf                ; restore flags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  dh             ; decrement counter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jnz  bin_loop       ; repeat for all 8 bits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jmp  ask_again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4023360" cy="3931920"/>
          </a:xfrm>
          <a:prstGeom prst="rect">
            <a:avLst/>
          </a:prstGeom>
          <a:solidFill>
            <a:srgbClr val="E3F2FD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41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Register Explanation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252728"/>
            <a:ext cx="384048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number being bit-shifted. Loaded from BH.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AL,1: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AL left by 1 bit. The Most Significant Bit (MSB) moves into the Carry Flag (CF).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Register: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counter — counts down from 8 to 0, ensuring all 8 bits are printed.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PUSHF / POPF: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and restores the flag register so INT 21h (print) doesn't corrupt the Carry Flag between iterations.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Hexadecimal Conversion &amp; print_nibble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389120" cy="3931920"/>
          </a:xfrm>
          <a:prstGeom prst="rect">
            <a:avLst/>
          </a:prstGeom>
          <a:solidFill>
            <a:srgbClr val="1E1B33"/>
          </a:solidFill>
          <a:ln w="19050">
            <a:solidFill>
              <a:srgbClr val="B39D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print_nibble proc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cmp  ah, 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jle  pn_digit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 ah, 'A' - 10   ; 10-15 → 'A'-'F'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jmp  pn_print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pn_digit: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 ah, '0'        ; 0-9 → '0'-'9'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pn_print: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dl, ah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push ax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            ; print char in DL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pop  ax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print_nibble endp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do_hex: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  dx, msg_hex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09 / int 21h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al, bh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shr  ah,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shr  ah,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shr  ah,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shr  ah, 1          ; AH = upper nibble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 print_nibble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al, bh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 ah, 0fh        ; AH = lower nibble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 print_nibble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jmp  ask_again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4023360" cy="3931920"/>
          </a:xfrm>
          <a:prstGeom prst="rect">
            <a:avLst/>
          </a:prstGeom>
          <a:solidFill>
            <a:srgbClr val="E3F2FD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41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Register Explanation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252728"/>
            <a:ext cx="384048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 Register (dual use):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do_hex: holds each nibble (4 bits) for print_nibble.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print_nibble: holds the digit value to convert to ASCII.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 AH,1 × 4: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AH right 4 times, isolating the upper nibble (bits 7–4).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AH, 0Fh: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lower 4 bits, isolating the lower nibble (bits 3–0).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print_nibble PROC: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subroutine — converts 0–15 to '0'-'9'/'A'-'F' and prints via INT 21h/02h.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Octal Conversion Routine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389120" cy="3931920"/>
          </a:xfrm>
          <a:prstGeom prst="rect">
            <a:avLst/>
          </a:prstGeom>
          <a:solidFill>
            <a:srgbClr val="1E1B33"/>
          </a:solidFill>
          <a:ln w="19050">
            <a:solidFill>
              <a:srgbClr val="B39D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do_octal: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  dx, msg_octal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09 / int 21h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al, bh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bl, 64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div  bl             ; AL=AL/64, AH=remainder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 al, '0'        ; print hundreds octal digit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dl, al / push ax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02 / int 21h / pop ax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al, ah         ; remainder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bl, 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div  bl             ; AL=tens, AH=units octal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 al, '0'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dl, al / push ax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02 / int 21h / pop ax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al, ah         ; units digit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 al, '0'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dl, 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            ; print units digit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; fall through to ask_again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4023360" cy="3931920"/>
          </a:xfrm>
          <a:prstGeom prst="rect">
            <a:avLst/>
          </a:prstGeom>
          <a:solidFill>
            <a:srgbClr val="E3F2FD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41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Register Explanation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252728"/>
            <a:ext cx="384048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/ AH (DIV instruction):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BL divides AX by BL. Quotient → AL, Remainder → AH. Used twice to extract 3 octal digits.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DIV (÷64):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most-significant octal digit (0–1 for 0–99). E.g., 99÷64=1 rem 35.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DIV (÷8):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middle octal digit from remainder. E.g., 35÷8=4 rem 3.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Register: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Divisor — set to 64 then 8. (64=8², 8=8¹ for 3-digit octal decomposition.)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/ Exit &amp; Program Control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389120" cy="3931920"/>
          </a:xfrm>
          <a:prstGeom prst="rect">
            <a:avLst/>
          </a:prstGeom>
          <a:solidFill>
            <a:srgbClr val="1E1B33"/>
          </a:solidFill>
          <a:ln w="19050">
            <a:solidFill>
              <a:srgbClr val="B39D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ask_again: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  dx, msg_again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            ; ask "try another? y/n"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            ; AL = user input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cmp  al, 'y'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je   go_again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cmp  al, 'Y'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je   go_again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; Not y/Y → exit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  dx, msg_exit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4ch        ; DOS terminate program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go_again: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jmp  main_loop      ; near jump (unconditional)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do_exit: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  dx, msg_exit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09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 ah, 4ch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21h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4023360" cy="3931920"/>
          </a:xfrm>
          <a:prstGeom prst="rect">
            <a:avLst/>
          </a:prstGeom>
          <a:solidFill>
            <a:srgbClr val="E3F2FD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41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Register Explanation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252728"/>
            <a:ext cx="384048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y/n response. Compared against both 'y' and 'Y' for case-insensitive handling.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JMP main_loop (unconditional):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 unconditional JMP is 3 bytes, always reaches main_loop regardless of distance.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21h / AH=4Ch: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terminate-process interrupt. Returns control to the OS gracefully.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flip condition?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for 'not y' first allows exit code to fall-through (3 bytes). JE go_again is only used for the affirmative case.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Usage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register's role across the entire program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8595360" cy="397764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338328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the 2-digit input number (0–99)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Input, Binary, Hex, Octal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char, arithmetic operand, digit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service selector; nibble holder in Hex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INT 21h calls, print_nibble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8-bit loop counter for binary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do_binary / bin_loop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to print (INT 21h/02h)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char-print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 (10) &amp; divisor (64, 8) in Octal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multiply, do_octal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menu choice ('0'–'3')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show_menu dispatch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to .data segment for string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init (mov ds,ax)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accumulation; @data loader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init, MUL, DIV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9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B39DDB">
              <a:alpha val="3500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286000" y="1691640"/>
            <a:ext cx="4572000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105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Sir Khakoo Mal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2-Digit Number Converter — 8086 Assembly Language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8803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Marzia   •   Isha   •   Rashid   •   Bushra   •   Arooba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246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Zainab   •   Muskan   •   Rabia   •   Hafsa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E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2-Digit Number Converter - 8086 Assembly</dc:title>
  <dc:subject>PptxGenJS Presentation</dc:subject>
  <dc:creator>PptxGenJS</dc:creator>
  <cp:lastModifiedBy>PptxGenJS</cp:lastModifiedBy>
  <cp:revision>1</cp:revision>
  <dcterms:created xsi:type="dcterms:W3CDTF">2026-05-05T11:57:58Z</dcterms:created>
  <dcterms:modified xsi:type="dcterms:W3CDTF">2026-05-05T11:57:58Z</dcterms:modified>
</cp:coreProperties>
</file>